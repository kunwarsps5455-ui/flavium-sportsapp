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70" r:id="rId2"/>
    <p:sldId id="271" r:id="rId3"/>
    <p:sldId id="267" r:id="rId4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WkRhyvlVRw74fboU9iUIVzPuI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customXml" Target="../customXml/item1.xml"/><Relationship Id="rId28" Type="http://schemas.openxmlformats.org/officeDocument/2006/relationships/customXml" Target="../customXml/item2.xml"/><Relationship Id="rId29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f1335547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2f13355470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01" name="Google Shape;201;g22f13355470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365760"/>
            <a:ext cx="7680960" cy="2926080"/>
          </a:xfrm>
        </p:spPr>
        <p:txBody>
          <a:bodyPr>
            <a:no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E293B"/>
                </a:solidFill>
                <a:latin typeface="Calibri"/>
              </a:defRPr>
            </a:pPr>
            <a:r>
              <a:t>MAD Project Presentation</a:t>
            </a:r>
          </a:p>
          <a:p>
            <a:pPr algn="ctr">
              <a:spcAft>
                <a:spcPts val="400"/>
              </a:spcAft>
              <a:defRPr sz="1400">
                <a:solidFill>
                  <a:srgbClr val="64748B"/>
                </a:solidFill>
              </a:defRPr>
            </a:pPr>
            <a:r>
              <a:t>on</a:t>
            </a:r>
          </a:p>
          <a:p>
            <a:pPr algn="ctr">
              <a:spcAft>
                <a:spcPts val="1000"/>
              </a:spcAft>
              <a:defRPr sz="2000" b="1">
                <a:solidFill>
                  <a:srgbClr val="1A237E"/>
                </a:solidFill>
                <a:latin typeface="Calibri"/>
              </a:defRPr>
            </a:pPr>
            <a:r>
              <a:t>“FLAVIUM SPORTS FEST PORTAL”</a:t>
            </a:r>
            <a:br/>
            <a:r>
              <a:t>(Tournament &amp; Fixture Management Android App)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By</a:t>
            </a:r>
          </a:p>
          <a:p>
            <a:pPr algn="ctr">
              <a:defRPr sz="1500" b="1">
                <a:solidFill>
                  <a:srgbClr val="1E293B"/>
                </a:solidFill>
              </a:defRPr>
            </a:pPr>
            <a:r>
              <a:t>Shaurya Pratap Singh</a:t>
            </a:r>
            <a:br/>
            <a:r>
              <a:t>Third Year B. TECH Computer Engineering - DIV 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7" name="Picture 3" descr="C:\Users\kunal\Pictures\nmim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05887" y="4656567"/>
            <a:ext cx="1057275" cy="12096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810325" y="5120640"/>
            <a:ext cx="624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</a:defRPr>
            </a:pPr>
            <a:r>
              <a:t>Department of Computer Engineering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MPSTME, SVKM’s NMIMS Shirpur Campus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Academic Year 2026-27</a:t>
            </a:r>
          </a:p>
        </p:txBody>
      </p:sp>
    </p:spTree>
    <p:extLst>
      <p:ext uri="{BB962C8B-B14F-4D97-AF65-F5344CB8AC3E}">
        <p14:creationId xmlns:p14="http://schemas.microsoft.com/office/powerpoint/2010/main" val="75374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909" y="1043709"/>
            <a:ext cx="6479309" cy="114300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7327"/>
            <a:ext cx="8229600" cy="3704237"/>
          </a:xfrm>
        </p:spPr>
        <p:txBody>
          <a:bodyPr>
            <a:noAutofit/>
          </a:bodyPr>
          <a:lstStyle/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Objective of Project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Sample Screenshot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GitHub Link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E293B"/>
                </a:solidFill>
              </a:defRPr>
            </a:pPr>
            <a:r>
              <a:t>About Flavium Sports Fest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Flavium is the premier annual inter-departmental college sports festival uniting students across multiple sports disciplines.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Managing hundreds of student athletes, 18 distinct sports categories, pool distributions, and match schedules demands high coordination.</a:t>
            </a:r>
          </a:p>
          <a:p>
            <a:pPr>
              <a:spcAft>
                <a:spcPts val="300"/>
              </a:spcAft>
              <a:defRPr sz="1800" b="1">
                <a:solidFill>
                  <a:srgbClr val="1E293B"/>
                </a:solidFill>
              </a:defRPr>
            </a:pPr>
            <a:r>
              <a:t>Application Overview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A native Android mobile application built using core Java and standard Android SDK components.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Provides end-to-end tournament administration: team registrations, player candidate rosters, match fixtures generation, live scoring, and pool standings.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Designed strictly following textbook syllabus concepts (Activities, SQLite, Intents, Custom Adapters, and File I/O).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71600"/>
            <a:ext cx="7680960" cy="4389120"/>
          </a:xfrm>
        </p:spPr>
        <p:txBody>
          <a:bodyPr wrap="square"/>
          <a:lstStyle/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Traditional Festival Coordination Issues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Manual paper sheets and disconnected messaging groups lead to fixture scheduling errors and duplicate entries.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Difficulty in tracking participant eligibility, jersey numbers, and captain contact records in real-time.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Delayed Standings &amp; Score Updates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Calculating pool points tables, goal differences, and knockout brackets manually takes hours and causes disputes.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Coordinators cannot instantly contact team captains or direct visiting teams to sport venues.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Need for an Offline-Capable Mobile Solution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Campus sports grounds often have weak cellular network connectivity, making cloud-only apps impractical during live games.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Requires a standalone, lightweight, on-device SQLite database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Objective of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71600"/>
            <a:ext cx="7680960" cy="4389120"/>
          </a:xfrm>
        </p:spPr>
        <p:txBody>
          <a:bodyPr wrap="square"/>
          <a:lstStyle/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Automated Tournament &amp; Match Scheduling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Implement algorithmic fixture generation supporting both Round-Robin League and Knockout elimination pools.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Guarantee zero clash pairings and transparent match scheduling.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Complete Roster &amp; Participant Management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Maintain structured records of 18 sports disciplines, participating teams, and candidate player profiles.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Validate player jersey numbers and captain contact details using Regex and input filters.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Live Scorekeeping &amp; Dynamic Standings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Record match scores on field with automatic calculation of Won/Lost/Draw status and pool points table.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Export tournament summaries to device internal storage (File I/O) and integrate device sensors/hardware (Camera, Maps, Dialer).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Architecture &amp; Syllabus Concepts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71600"/>
            <a:ext cx="7680960" cy="4389120"/>
          </a:xfrm>
        </p:spPr>
        <p:txBody>
          <a:bodyPr wrap="square"/>
          <a:lstStyle/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User Interface &amp; Layout Containers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Pure Android Views &amp; ViewGroups: LinearLayout (Horizontal/Vertical with layout_weight) and ConstraintLayout.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Standard widgets: TextView, EditText, Button, Spinner, RadioGroup, CheckBox, ListView, and WebView.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Inter-Component Communication &amp; Intents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Explicit Intents for multi-screen activity navigation with Bundle data transfer (putExtra / getExtra).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Implicit Intents for system apps: Google Maps (geo:), Phone Dialer (tel:), and Camera (ACTION_IMAGE_CAPTURE).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Data Persistence &amp; Dialogs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Local SQLite Database (SQLiteOpenHelper) with transactional queries and multi-table relational schema.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DatePickerDialog &amp; TimePickerDialog for scheduling, plus Internal Storage (FileOutputStream) for report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Sample Screenshot: Main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basic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4688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472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</a:defRPr>
            </a:pPr>
            <a:r>
              <a:t>Dashboard Features &amp; Workflow: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Dynamic Live Counters: Displays real-time counts of Teams, Players, Matches, and Completed games queried from SQLite.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Central Navigation Hub: Direct access to Fixture Wizard, Team Management, Match Schedules, and Points Table.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System &amp; Demo Operations: 1-click Demo Seeder for testing, File I/O tournament exporter, and Clear Fest database reset.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Google Maps Integration: Launches stadium coordinates directly in system Maps via Implicit Intent.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Sample Screenshot: Core 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basic_team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286000" cy="4114800"/>
          </a:xfrm>
          <a:prstGeom prst="rect">
            <a:avLst/>
          </a:prstGeom>
        </p:spPr>
      </p:pic>
      <p:pic>
        <p:nvPicPr>
          <p:cNvPr id="5" name="Picture 4" descr="webview_scree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286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37160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293B"/>
                </a:solidFill>
              </a:defRPr>
            </a:pPr>
            <a:r>
              <a:t>Key Functional Modules: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Teams &amp; Rosters:</a:t>
            </a:r>
            <a:br/>
            <a:r>
              <a:t>Custom ArrayAdapter with ListView rendering team details, pool badges, and captain actions.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Official Rules (WebView):</a:t>
            </a:r>
            <a:br/>
            <a:r>
              <a:t>Renders embedded HTML rules and remote fest regulations seamlessly.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Fixture Wizard:</a:t>
            </a:r>
            <a:br/>
            <a:r>
              <a:t>Generates Round-Robin pairings and auto-populates schedule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GitHub Link &amp; Repository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E293B"/>
                </a:solidFill>
              </a:defRPr>
            </a:pPr>
            <a:r>
              <a:t>Source Code &amp; Version Control</a:t>
            </a:r>
          </a:p>
          <a:p>
            <a:pPr>
              <a:defRPr sz="1600" b="1">
                <a:solidFill>
                  <a:srgbClr val="475569"/>
                </a:solidFill>
              </a:defRPr>
            </a:pPr>
            <a:r>
              <a:t>GitHub Repository URL:</a:t>
            </a:r>
          </a:p>
          <a:p>
            <a:pPr>
              <a:spcAft>
                <a:spcPts val="1400"/>
              </a:spcAft>
              <a:defRPr sz="1700" b="1">
                <a:solidFill>
                  <a:srgbClr val="1A237E"/>
                </a:solidFill>
              </a:defRPr>
            </a:pPr>
            <a:r>
              <a:t>https://github.com/kunwarsps5455-ui/FLAVIUM-SPORTSAPP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Complete Android Studio project tree with clean Gradle build configuration.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Full Java source files: 11 Activity screens, 5 custom ArrayAdapters, SQLite DatabaseHelper, and Fixture Engine.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All XML resources: declarative layouts, custom shape drawables, strings, colors, and manifest declarations.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Documented README with installation guide, module breakdown, and technical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7680960" cy="822960"/>
          </a:xfrm>
        </p:spPr>
        <p:txBody>
          <a:bodyPr/>
          <a:lstStyle/>
          <a:p>
            <a:pPr>
              <a:defRPr sz="2800" b="1">
                <a:solidFill>
                  <a:srgbClr val="1A237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371600"/>
            <a:ext cx="7680960" cy="4389120"/>
          </a:xfrm>
        </p:spPr>
        <p:txBody>
          <a:bodyPr wrap="square"/>
          <a:lstStyle/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Academic Course Materials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Mobile Application Development (MAD) Laboratory Manual &amp; Curriculum Guidelines, SVKM’s NMIMS MPSTME.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Lecture Notes on Android Architecture, Activity Lifecycle, Layout Containers, and SQLiteOpenHelper.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Official Technical Documentation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Android Developers Official Documentation &amp; API Reference (https://developer.android.com).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Android SQLite Database &amp; Content Provider Architecture Guide.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W3C and Google Material Design Color &amp; Typography Specifications.</a:t>
            </a:r>
          </a:p>
          <a:p>
            <a:pPr>
              <a:spcAft>
                <a:spcPts val="200"/>
              </a:spcAft>
              <a:defRPr sz="1800" b="1">
                <a:solidFill>
                  <a:srgbClr val="1E293B"/>
                </a:solidFill>
                <a:latin typeface="Calibri"/>
              </a:defRPr>
            </a:pPr>
            <a:r>
              <a:t>Tools &amp; Environment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Android Studio Ladybug | 2024.2+ (Gradle 8.x / Java 17).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Google Pixel 8 Pro Android Virtual Device (API Level 34).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1A237E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64748B"/>
                </a:solidFill>
                <a:latin typeface="Calibri"/>
              </a:defRPr>
            </a:pPr>
            <a:r>
              <a:t>Questions &amp; Answers / Project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1E36797BCF7C4BB15A4A2D6CAF188D" ma:contentTypeVersion="4" ma:contentTypeDescription="Create a new document." ma:contentTypeScope="" ma:versionID="b7004ad9070fe9e1e001267eac017ddb">
  <xsd:schema xmlns:xsd="http://www.w3.org/2001/XMLSchema" xmlns:xs="http://www.w3.org/2001/XMLSchema" xmlns:p="http://schemas.microsoft.com/office/2006/metadata/properties" xmlns:ns2="116e7d59-ab63-4226-8093-3f1c9f185fee" targetNamespace="http://schemas.microsoft.com/office/2006/metadata/properties" ma:root="true" ma:fieldsID="b0676e35df5ace6ae2a2a65bc08fca19" ns2:_="">
    <xsd:import namespace="116e7d59-ab63-4226-8093-3f1c9f185fe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6e7d59-ab63-4226-8093-3f1c9f185fe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16e7d59-ab63-4226-8093-3f1c9f185fee" xsi:nil="true"/>
  </documentManagement>
</p:properties>
</file>

<file path=customXml/itemProps1.xml><?xml version="1.0" encoding="utf-8"?>
<ds:datastoreItem xmlns:ds="http://schemas.openxmlformats.org/officeDocument/2006/customXml" ds:itemID="{DC074B1F-E0A6-480F-B7A3-3599E3111FC5}"/>
</file>

<file path=customXml/itemProps2.xml><?xml version="1.0" encoding="utf-8"?>
<ds:datastoreItem xmlns:ds="http://schemas.openxmlformats.org/officeDocument/2006/customXml" ds:itemID="{274EB68A-AB3D-43D6-96A9-BEF7F5514B5A}"/>
</file>

<file path=customXml/itemProps3.xml><?xml version="1.0" encoding="utf-8"?>
<ds:datastoreItem xmlns:ds="http://schemas.openxmlformats.org/officeDocument/2006/customXml" ds:itemID="{6E99C365-F9F9-4FA4-B0E5-3DD1670A20B9}"/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</Words>
  <Application>Microsoft Office PowerPoint</Application>
  <PresentationFormat>On-screen Show (4:3)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Arial</vt:lpstr>
      <vt:lpstr>Noto Sans Symbols</vt:lpstr>
      <vt:lpstr>Times New Roman</vt:lpstr>
      <vt:lpstr>MPSTME</vt:lpstr>
      <vt:lpstr>   MAD Project Presentation on “TITLE OF PROJECT” By Name of Students 1.  2. 3.  of  Third Year B. TECH CE- DIV B</vt:lpstr>
      <vt:lpstr>Outline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 Presentation on “TITLE OF PROJECT/DOMAIN”  By Name of Student   Under the Guidance of Name of Guide </dc:title>
  <dc:creator>Dhirendra Mishra</dc:creator>
  <cp:lastModifiedBy>Atul Dusane (Dr.)</cp:lastModifiedBy>
  <cp:revision>14</cp:revision>
  <dcterms:created xsi:type="dcterms:W3CDTF">2017-04-11T09:48:28Z</dcterms:created>
  <dcterms:modified xsi:type="dcterms:W3CDTF">2026-10-19T05:17:15Z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0x010100FC1E36797BCF7C4BB15A4A2D6CAF188D</vt:lpwstr>
  </property>
</Properties>
</file>